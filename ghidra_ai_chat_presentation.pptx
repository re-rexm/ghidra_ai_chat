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84b8a63d6_0_1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84b8a63d6_0_15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Ghidra AI Chat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756525" y="4116215"/>
            <a:ext cx="7688100" cy="15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Minhazul Rimon , Nutan Panta</a:t>
            </a:r>
            <a:endParaRPr sz="12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April 21, 2026</a:t>
            </a:r>
            <a:endParaRPr sz="12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CEG 7420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Reverse Engineering and Program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" y="1417650"/>
            <a:ext cx="8229600" cy="53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sz="800"/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 sz="800"/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800"/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800"/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Collection and LLM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Implementation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structure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rtl="0" algn="l">
              <a:lnSpc>
                <a:spcPct val="9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Plans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3429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00"/>
              <a:buFont typeface="Calibri"/>
              <a:buChar char="●"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 &amp; time-consuming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codebases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source code visibility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analysis is error-prone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fast contextual answers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assistant inside Ghidra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Context-aware responses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Conversation history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LLM support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updates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342900" rtl="0" algn="l"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Flexible context collection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binary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Launch chat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Navigate code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questions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AI responses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Collection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info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location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Decompiled + assembly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Strings, imports, xrefs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Integration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OpenRouter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Gemini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Groq (planned)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binary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script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function questions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AI responses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Implementation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Jython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Ghidra API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 storage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APIs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Structure</a:t>
            </a:r>
            <a:endParaRPr/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folders: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limit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 much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sent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Redundent data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Plans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1 - Find Location information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Codes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2 - Find all from and to from all func.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Codes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3 - Find the password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Codes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4 - Generate the function tree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Codes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Plans</a:t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8001000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 analysis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accuracy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productivity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AI-assisted reverse engineering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727800" y="34290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